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ZDJz41MOXLVzSGWVLpa0YmEPz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 I’ll walk through a RecSys 2025 paper from Xiaohongshu about predicting video watch time. The twist: instead of predicting a single number, they model the whole distribution of how long users watch.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feeds like TikTok, Reels, or Xiaohongshu, watch time is the core signal: if you don’t watch, the content doesn’t matter. So the ranking model needs to accurately predict how long you’ll stay on each video.</a:t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 watch time data is ugly: tons of quick skips at ~0 seconds, then a long tail for people who stay. It’s nowhere near Gaussian.</a:t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 different levels—global, by video length, by user, and by individual video—you see very different shapes. A single simple distribution is not enough.</a:t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only predict a single number, you can’t distinguish between ‘half the users love it, half hate it’ and ‘everyone kind of likes it’. Same mean, very different behavior.</a:t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 idea: factor out quick skips with an exponential, then use a Gaussian mixture to handle more complex viewing behavior.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31f0e03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a31f0e03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EGMN is essentially a distribution head on top of any recommender backbone. The backbone gives a shared representation; then four small heads output the mixture parameters.</a:t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don’t just chase pretty distributions. The model has to both describe the shape of watch time and also get the expected watch time right.</a:t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test on one big in-house dataset plus public ones, and compare against specialized watch-time and distribution baselines, not just a vanilla MLP.</a:t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31f0e03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a31f0e03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31f0e03a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a31f0e0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exponential bit makes the model very good at classifying quick skips. And at multiple scales, EGMN’s predicted distributions look closer to the ground truth than competitors.</a:t>
            </a:r>
            <a:endParaRPr/>
          </a:p>
        </p:txBody>
      </p:sp>
      <p:sp>
        <p:nvSpPr>
          <p:cNvPr id="166" name="Google Shape;16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remember one thing: modeling the distribution of a continuous label can be more powerful than just predicting its mean, especially with many near-zero values.</a:t>
            </a:r>
            <a:endParaRPr/>
          </a:p>
        </p:txBody>
      </p:sp>
      <p:sp>
        <p:nvSpPr>
          <p:cNvPr id="173" name="Google Shape;17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Video Watch Time with Exponential–Gaussian Mixtures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Zach Xie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84950"/>
            <a:ext cx="82296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Watch Time Matters?</a:t>
            </a:r>
            <a:endParaRPr sz="3800"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457200" y="1157050"/>
            <a:ext cx="82296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Short-video platforms live on watch time (engagement, DAU).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Ranking models often optimize expected watch time.</a:t>
            </a:r>
            <a:endParaRPr sz="2600"/>
          </a:p>
          <a:p>
            <a:pPr indent="-304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prediction→better feeds, retention, monetization.</a:t>
            </a:r>
            <a:endParaRPr sz="2600"/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225" y="2969925"/>
            <a:ext cx="6481301" cy="364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Time</a:t>
            </a:r>
            <a:r>
              <a:rPr lang="en-US" sz="3900"/>
              <a:t>: </a:t>
            </a: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 Bell Curve</a:t>
            </a:r>
            <a:endParaRPr sz="39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301075"/>
            <a:ext cx="8229600" cy="27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Huge spike near 0 seconds: many users swipe immediately</a:t>
            </a:r>
            <a:r>
              <a:rPr lang="en-US" sz="3000"/>
              <a:t> (“quick-skips”)</a:t>
            </a:r>
            <a:endParaRPr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tail for users who stay longer.</a:t>
            </a:r>
            <a:endParaRPr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D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istribution is heavily skewed and multi-modal.</a:t>
            </a:r>
            <a:endParaRPr sz="3000"/>
          </a:p>
        </p:txBody>
      </p:sp>
      <p:pic>
        <p:nvPicPr>
          <p:cNvPr id="102" name="Google Shape;10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97025"/>
            <a:ext cx="9144002" cy="29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Multi-Granularity Watch Time Patterns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duration: short vs long videos show bimodal patterns (skip vs full watch).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user: some users bail early, others watch longer.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video: different engagement shapes (bimodal, multi-peak, near-full views).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Need a model that works from global down to user–video level.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Standard Approaches Fall Short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Regression: predict one number (MSE / MAE).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Classification: bucket watch time into intervals.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Pairwise ranking: compare videos by watch time.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distributions can share the same mean; quick skips not treated specially.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973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Exponential–Gaussian Mixture</a:t>
            </a:r>
            <a:endParaRPr sz="3900"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457200" y="2187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Exponential component: captures quick skips near 0 seconds.</a:t>
            </a:r>
            <a:endParaRPr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 mixture: captures richer, possibly multi-peak viewing patterns.</a:t>
            </a:r>
            <a:endParaRPr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Mixture weights and parameters depend on user, video, and context.</a:t>
            </a:r>
            <a:endParaRPr sz="3000"/>
          </a:p>
        </p:txBody>
      </p:sp>
      <p:pic>
        <p:nvPicPr>
          <p:cNvPr id="124" name="Google Shape;12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75" y="930100"/>
            <a:ext cx="779145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9a31f0e03a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150" y="0"/>
            <a:ext cx="5538856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Exponential–Gaussian Mixture Network (EGMN)</a:t>
            </a:r>
            <a:endParaRPr/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Inputs: user, video, and context features.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encoder produces a hidden representation 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Heads from h predict: λ (exp. rate), μk (means), σk² (variances), and mixture weights.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mixture, compute expected watch time for ranking.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the Distribution and the Mean</a:t>
            </a:r>
            <a:endParaRPr/>
          </a:p>
        </p:txBody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Maximum Likelihood Estimation (MLE)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fit the full distribution p(t | x).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Entropy regularization: avoid </a:t>
            </a:r>
            <a:r>
              <a:rPr lang="en-US"/>
              <a:t>collapsing into single model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loss on E[t | x]: keep the mean prediction accurate.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loss: </a:t>
            </a:r>
            <a:r>
              <a:rPr lang="en-US"/>
              <a:t>MLE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α · Entropy + β · Regression.</a:t>
            </a:r>
            <a:endParaRPr/>
          </a:p>
        </p:txBody>
      </p:sp>
      <p:pic>
        <p:nvPicPr>
          <p:cNvPr id="144" name="Google Shape;14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00" y="5598415"/>
            <a:ext cx="9144000" cy="779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57200" y="73851"/>
            <a:ext cx="82296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800"/>
              <a:t>Offline </a:t>
            </a:r>
            <a:r>
              <a:rPr lang="en-US" sz="3800"/>
              <a:t>Experiments</a:t>
            </a:r>
            <a:endParaRPr sz="3800"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457200" y="1600200"/>
            <a:ext cx="2382900" cy="4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MAE (accuracy), XAUC (ranking), KL divergence (distribution fit).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Baselines: strong watch-time and continuous-label models (VR, TPM, D2Q, CREAD, etc.).</a:t>
            </a: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000" y="1417651"/>
            <a:ext cx="6022374" cy="470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9a31f0e03a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16248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9a31f0e03a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6811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368575" y="296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Takeaways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Application:</a:t>
            </a:r>
            <a:endParaRPr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-US" sz="3000"/>
              <a:t>A continuous target (duration, spend, value)</a:t>
            </a:r>
            <a:endParaRPr sz="30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-US" sz="3000"/>
              <a:t>Heavy skew near zero</a:t>
            </a:r>
            <a:endParaRPr sz="30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-US" sz="3000"/>
              <a:t>Complex multi-modal patterns</a:t>
            </a:r>
            <a:endParaRPr sz="3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Instead of forcing a complex real-world label into a simplistic Gaussian regression setup, let the data’s distribution shape your model design.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457200" y="1195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3900"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501525" y="12625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time is skewed and multi-modal; simple regression is not enough.</a:t>
            </a:r>
            <a:endParaRPr sz="2900"/>
          </a:p>
          <a:p>
            <a:pPr indent="-3238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EGMN = Exponential (quick skips) + Gaussian mixture (richer behavior).</a:t>
            </a:r>
            <a:endParaRPr sz="2900"/>
          </a:p>
          <a:p>
            <a:pPr indent="-3238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predicts full mixture parameters conditioned on features.</a:t>
            </a:r>
            <a:endParaRPr sz="2900"/>
          </a:p>
          <a:p>
            <a:pPr indent="-3238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Tri-part loss → good distribution shape and good mean prediction.</a:t>
            </a:r>
            <a:endParaRPr sz="2900"/>
          </a:p>
          <a:p>
            <a:pPr indent="-3238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generalizes to other skewed continuous labels (e-commerce, ads, dwell time).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